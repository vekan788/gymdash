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Ein Tag im Leben eines Arztes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Präsentiert von: Debre Nóra und Fekete-Kászoni Boróka Lea</a:t>
            </a:r>
          </a:p>
          <a:p>
            <a:r>
              <a:t>Klasse: XII.H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untersuchen</a:t>
            </a:r>
          </a:p>
          <a:p>
            <a:pPr/>
            <a:r>
              <a:t>die Diagnose</a:t>
            </a:r>
          </a:p>
          <a:p>
            <a:pPr/>
            <a:r>
              <a:t>das Rezept</a:t>
            </a:r>
          </a:p>
          <a:p>
            <a:pPr/>
            <a:r>
              <a:t>die 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Ausbildung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 Medizinstudium</a:t>
            </a:r>
          </a:p>
          <a:p>
            <a:pPr/>
            <a:r>
              <a:t>die Universität</a:t>
            </a:r>
          </a:p>
          <a:p>
            <a:pPr/>
            <a:r>
              <a:t>sechs Jahre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Menschen &amp; Materialien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kranke Menschen</a:t>
            </a:r>
          </a:p>
          <a:p>
            <a:pPr/>
            <a:r>
              <a:t>das Stethoskop</a:t>
            </a:r>
          </a:p>
          <a:p>
            <a:pPr/>
            <a:r>
              <a:t>medizinische Geräte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Eigenschaften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geduldig</a:t>
            </a:r>
          </a:p>
          <a:p>
            <a:pPr/>
            <a:r>
              <a:t>konzentriert</a:t>
            </a:r>
          </a:p>
          <a:p>
            <a:pPr/>
            <a:r>
              <a:t>das Wissen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Arbeitsort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 Krankenhaus</a:t>
            </a:r>
          </a:p>
          <a:p>
            <a:pPr/>
            <a:r>
              <a:t>die Praxis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Arbeitszeiten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lange Arbeitszeiten</a:t>
            </a:r>
          </a:p>
          <a:p>
            <a:pPr/>
            <a:r>
              <a:t>der Schichtdienst</a:t>
            </a:r>
          </a:p>
          <a:p>
            <a:pPr/>
            <a:r>
              <a:t>das Wochenende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Anstrengung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geistig anstrengend</a:t>
            </a:r>
          </a:p>
          <a:p>
            <a:pPr/>
            <a:r>
              <a:t>die Verantwortung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Vor- und Nachteile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helfen</a:t>
            </a:r>
          </a:p>
          <a:p>
            <a:pPr/>
            <a:r>
              <a:t>das Gehalt</a:t>
            </a:r>
          </a:p>
          <a:p>
            <a:pPr/>
            <a:r>
              <a:t>der Stress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Verdienst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verdienen</a:t>
            </a:r>
          </a:p>
          <a:p>
            <a:pPr/>
            <a:r>
              <a:t>brutto</a:t>
            </a:r>
          </a:p>
          <a:p>
            <a:pPr/>
            <a:r>
              <a:t>steigen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Möglichkeiten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</a:defRPr>
            </a:pPr>
            <a:r>
              <a:t>der Oberarzt</a:t>
            </a:r>
          </a:p>
          <a:p>
            <a:pPr algn="ctr">
              <a:defRPr sz="4000" b="1">
                <a:solidFill>
                  <a:srgbClr val="0066CC"/>
                </a:solidFill>
              </a:defRPr>
            </a:pPr>
            <a:r>
              <a:t>die Forschung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4400"/>
            </a:pPr>
            <a:r>
              <a:t>Vielen Dank für Ihre Aufmerksamkeit!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