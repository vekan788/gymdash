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Ein Tag im Leben eines Arztes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Präsentiert von: Debre Nóra und Fekete-Kászoni Boróka Lea</a:t>
            </a:r>
          </a:p>
          <a:p>
            <a:r>
              <a:t>Klasse: XII.H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Aufgaben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/>
          <a:p>
            <a:pPr>
              <a:defRPr sz="2400">
                <a:latin typeface="Arial"/>
              </a:defRPr>
            </a:pPr>
            <a:r>
              <a:t>untersuchen</a:t>
            </a:r>
          </a:p>
          <a:p>
            <a:pPr>
              <a:defRPr sz="2400">
                <a:latin typeface="Arial"/>
              </a:defRPr>
            </a:pPr>
            <a:r>
              <a:t>die Diagnose</a:t>
            </a:r>
          </a:p>
          <a:p>
            <a:pPr>
              <a:defRPr sz="2400">
                <a:latin typeface="Arial"/>
              </a:defRPr>
            </a:pPr>
            <a:r>
              <a:t>das Rezept</a:t>
            </a:r>
          </a:p>
          <a:p>
            <a:pPr>
              <a:defRPr sz="2400">
                <a:latin typeface="Arial"/>
              </a:defRPr>
            </a:pPr>
            <a:r>
              <a:t>die Operation</a:t>
            </a:r>
          </a:p>
        </p:txBody>
      </p:sp>
      <p:pic>
        <p:nvPicPr>
          <p:cNvPr id="4" name="Picture 3" descr="img_aufgab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Ausbildung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>
                <a:latin typeface="Arial"/>
              </a:defRPr>
            </a:pPr>
            <a:r>
              <a:t>das Medizinstudium</a:t>
            </a:r>
          </a:p>
          <a:p>
            <a:pPr>
              <a:defRPr sz="2400">
                <a:latin typeface="Arial"/>
              </a:defRPr>
            </a:pPr>
            <a:r>
              <a:t>die Universität</a:t>
            </a:r>
          </a:p>
          <a:p>
            <a:pPr>
              <a:defRPr sz="2400">
                <a:latin typeface="Arial"/>
              </a:defRPr>
            </a:pPr>
            <a:r>
              <a:t>sechs Jahre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Menschen &amp; Materialien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/>
          <a:p>
            <a:pPr>
              <a:defRPr sz="2400">
                <a:latin typeface="Arial"/>
              </a:defRPr>
            </a:pPr>
            <a:r>
              <a:t>kranke Menschen</a:t>
            </a:r>
          </a:p>
          <a:p>
            <a:pPr>
              <a:defRPr sz="2400">
                <a:latin typeface="Arial"/>
              </a:defRPr>
            </a:pPr>
            <a:r>
              <a:t>das Stethoskop</a:t>
            </a:r>
          </a:p>
          <a:p>
            <a:pPr>
              <a:defRPr sz="2400">
                <a:latin typeface="Arial"/>
              </a:defRPr>
            </a:pPr>
            <a:r>
              <a:t>medizinische Geräte</a:t>
            </a:r>
          </a:p>
        </p:txBody>
      </p:sp>
      <p:pic>
        <p:nvPicPr>
          <p:cNvPr id="4" name="Picture 3" descr="img_mensch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6492781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Eigenschaften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/>
          <a:p>
            <a:pPr>
              <a:defRPr sz="2400">
                <a:latin typeface="Arial"/>
              </a:defRPr>
            </a:pPr>
            <a:r>
              <a:t>geduldig</a:t>
            </a:r>
          </a:p>
          <a:p>
            <a:pPr>
              <a:defRPr sz="2400">
                <a:latin typeface="Arial"/>
              </a:defRPr>
            </a:pPr>
            <a:r>
              <a:t>konzentriert</a:t>
            </a:r>
          </a:p>
          <a:p>
            <a:pPr>
              <a:defRPr sz="2400">
                <a:latin typeface="Arial"/>
              </a:defRPr>
            </a:pPr>
            <a:r>
              <a:t>das Wissen</a:t>
            </a:r>
          </a:p>
        </p:txBody>
      </p:sp>
      <p:pic>
        <p:nvPicPr>
          <p:cNvPr id="4" name="Picture 3" descr="img_eigenschaft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6512047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Arbeitsort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/>
          <a:p>
            <a:pPr>
              <a:defRPr sz="2400">
                <a:latin typeface="Arial"/>
              </a:defRPr>
            </a:pPr>
            <a:r>
              <a:t>das Krankenhaus</a:t>
            </a:r>
          </a:p>
          <a:p>
            <a:pPr>
              <a:defRPr sz="2400">
                <a:latin typeface="Arial"/>
              </a:defRPr>
            </a:pPr>
            <a:r>
              <a:t>die Praxis</a:t>
            </a:r>
          </a:p>
        </p:txBody>
      </p:sp>
      <p:pic>
        <p:nvPicPr>
          <p:cNvPr id="4" name="Picture 3" descr="img_arbeitsor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5378824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Arbeitszeiten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/>
          <a:p>
            <a:pPr>
              <a:defRPr sz="2400">
                <a:latin typeface="Arial"/>
              </a:defRPr>
            </a:pPr>
            <a:r>
              <a:t>lange Arbeitszeiten</a:t>
            </a:r>
          </a:p>
          <a:p>
            <a:pPr>
              <a:defRPr sz="2400">
                <a:latin typeface="Arial"/>
              </a:defRPr>
            </a:pPr>
            <a:r>
              <a:t>der Schichtdienst</a:t>
            </a:r>
          </a:p>
          <a:p>
            <a:pPr>
              <a:defRPr sz="2400">
                <a:latin typeface="Arial"/>
              </a:defRPr>
            </a:pPr>
            <a:r>
              <a:t>das Wochenende</a:t>
            </a:r>
          </a:p>
        </p:txBody>
      </p:sp>
      <p:pic>
        <p:nvPicPr>
          <p:cNvPr id="4" name="Picture 3" descr="img_arbeitszeit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Anstrengung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/>
          <a:p>
            <a:pPr>
              <a:defRPr sz="2400">
                <a:latin typeface="Arial"/>
              </a:defRPr>
            </a:pPr>
            <a:r>
              <a:t>geistig anstrengend</a:t>
            </a:r>
          </a:p>
          <a:p>
            <a:pPr>
              <a:defRPr sz="2400">
                <a:latin typeface="Arial"/>
              </a:defRPr>
            </a:pPr>
            <a:r>
              <a:t>die Verantwortung</a:t>
            </a:r>
          </a:p>
        </p:txBody>
      </p:sp>
      <p:pic>
        <p:nvPicPr>
          <p:cNvPr id="4" name="Picture 3" descr="img_anstrengu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Vor- und Nachteile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>
                <a:latin typeface="Arial"/>
              </a:defRPr>
            </a:pPr>
            <a:r>
              <a:t>helfen</a:t>
            </a:r>
          </a:p>
          <a:p>
            <a:pPr>
              <a:defRPr sz="2400">
                <a:latin typeface="Arial"/>
              </a:defRPr>
            </a:pPr>
            <a:r>
              <a:t>das Gehalt</a:t>
            </a:r>
          </a:p>
          <a:p>
            <a:pPr>
              <a:defRPr sz="2400">
                <a:latin typeface="Arial"/>
              </a:defRPr>
            </a:pPr>
            <a:r>
              <a:t>der Stress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Verdienst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/>
          <a:p>
            <a:pPr>
              <a:defRPr sz="2400">
                <a:latin typeface="Arial"/>
              </a:defRPr>
            </a:pPr>
            <a:r>
              <a:t>verdienen</a:t>
            </a:r>
          </a:p>
          <a:p>
            <a:pPr>
              <a:defRPr sz="2400">
                <a:latin typeface="Arial"/>
              </a:defRPr>
            </a:pPr>
            <a:r>
              <a:t>brutto</a:t>
            </a:r>
          </a:p>
          <a:p>
            <a:pPr>
              <a:defRPr sz="2400">
                <a:latin typeface="Arial"/>
              </a:defRPr>
            </a:pPr>
            <a:r>
              <a:t>steigen</a:t>
            </a:r>
          </a:p>
        </p:txBody>
      </p:sp>
      <p:pic>
        <p:nvPicPr>
          <p:cNvPr id="4" name="Picture 3" descr="img_verdien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Möglichkeiten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0066CC"/>
                </a:solidFill>
              </a:defRPr>
            </a:pPr>
            <a:r>
              <a:t>der Oberarzt</a:t>
            </a:r>
          </a:p>
          <a:p>
            <a:pPr algn="ctr">
              <a:defRPr sz="4000" b="1">
                <a:solidFill>
                  <a:srgbClr val="0066CC"/>
                </a:solidFill>
              </a:defRPr>
            </a:pPr>
            <a:r>
              <a:t>die Forschung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/>
            </a:pPr>
            <a:r>
              <a:t>Vielen Dank für Ihre Aufmerksamkeit!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